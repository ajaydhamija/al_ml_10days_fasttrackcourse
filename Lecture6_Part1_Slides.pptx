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0A0A1E"/>
          </a:solidFill>
          <a:ln w="12700">
            <a:solidFill>
              <a:srgbClr val="0A0A1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Reinforcement Learning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1: Q-Learning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&amp; Deep Q-Networks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6:  MDPs · Bellman Equations · Q-Learning · ε-Greedy · DQN · Replay Buffer · Reward Shaping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C3E80"/>
                </a:solidFill>
              </a:rPr>
              <a:t>Case Study: Wargame Tactical Agent — 20×20 JANUS Grid — 100K Episodes — 81% Win vs Novice Human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Reinforcement Learning vs Supervised &amp; Unsupervised Learning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RL vs Other Paradigms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Third Paradigm: Learning by Doing — No Labels, Just Rewards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279904" cy="27432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2279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SUPERVISED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1325880"/>
            <a:ext cx="2279904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80744"/>
            <a:ext cx="21518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Labels: (x, y) pairs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Loss: L(f(x), 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Data: Static, labelled dataset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Map inputs to outputs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Feedback: Immediate (at each sample)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Example: Radar classification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Weakness: Needs labelled data.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Cannot improve beyond training distribution.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92168" y="1014984"/>
            <a:ext cx="2279904" cy="2743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392168" y="1014984"/>
            <a:ext cx="2279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UNSUPERVISED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92168" y="1325880"/>
            <a:ext cx="2279904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456176" y="1380744"/>
            <a:ext cx="21518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 labels: {x}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Loss: Reconstruction / likelihood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Data: Unlabelled patterns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Discover structure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Feedback: None — data-driven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Example: OPFOR clustering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Weakness: No goal direction.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Cannot optimise for a specific objective.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745224" y="1014984"/>
            <a:ext cx="2279904" cy="27432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745224" y="1014984"/>
            <a:ext cx="2279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REINFORCEMENT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5224" y="1325880"/>
            <a:ext cx="2279904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809232" y="1380744"/>
            <a:ext cx="21518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 labels: trial &amp; error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Loss: Negative cumulative reward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Data: Generated by interaction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Maximise long-term reward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Feedback: Delayed, sparse reward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Example: Wargame tactical agent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Strength: Learns strategy via experience.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 human labelling of "good vs bad" moves.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039112" y="3355848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03120" y="34107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🎖 WHY RL FOR DEFENCE? In wargaming and autonomous systems, we cannot label "correct" decisions for every possible battle state (there are ~10²⁸ states). RL trains by playing millions of simulated games — learning strategic patterns that no human analyst could pre-specify.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39112" y="3895344"/>
            <a:ext cx="6986016" cy="475488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130552" y="3941064"/>
            <a:ext cx="680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77640"/>
            <a:ext cx="67299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Markov Decision Process (MDP) — The Formal Framework for RL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MDP Formalism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MDP: (S, A, P, R, γ) — Five Elements Define the Agent's World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FIVE MDP COMPONENTS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182112"/>
          </a:xfrm>
          <a:prstGeom prst="rect">
            <a:avLst/>
          </a:prstGeom>
          <a:solidFill>
            <a:srgbClr val="F2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S:  State space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 possible situations the agent can observe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Wargame: (unit positions, resources, OPFOR positions,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terrain features, weather, ammo, morale)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Size: 20×20 grid × resources × OPFOR = ~10²⁸ states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A:  Action space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 possible actions the agent can take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Wargame: {Move N, Move S, Move E, Move W,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Attack, Defend, Resupply} = 7 actions per unit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8 units: effective branching = 7⁸ = 5.8M options/turn!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P(s'|s,a):  Transition probability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P(s'|s,a) = probability of reaching state s'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when taking action a in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wargame: determined by combat resolution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(terrain, weather, unit quality affect outcomes)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R(s,a,s'):  Reward signal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Wargame rewards: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+10: capture objective   +5: enemy unit destroyed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−8:  friendly unit lost   +100: WIN the engagement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−100: LOSE the engagement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γ ∈ [0,1]:  Discount factor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γ=0.95: values long-term strategy over immediate gains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G_t = Σ_{k=0}^∞ γᵏ R_{t+k+1}  [cumulative return]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MARKOV PROPERTY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P(s_{t+1} | s_t, a_t, s_{t-1}, a_{t-1}, ...) = P(s_{t+1} | s_t, a_t)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The FUTURE depends only on the PRESENT state,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not the entire history!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Why this matters: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Markov property holds, the agent doesn't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need to remember ALL past decisions —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current state is sufficient for optimal action.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Is wargame state Markovian?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Ideally: state must encode EVERYTHING relevant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Including: ammo level, morale, previous attritional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losses, OPFOR known dispositions, intel quality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any relevant info is omitted from state: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POMDP (Partially Observable MDP)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Harder! Requires belief state estimation (SLAM-like)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Real warfare is almost certainly a POMDP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Simplification: Most wargame RL systems assume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full observability (known OPFOR state) — a major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assumption that limits real-world transfer.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Bellman Equations — The Foundation of Optimal Policy Computation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Bellman Equations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Bellman Optimality: Recursive Characterisation of the Optimal Policy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STATE VALUE FUNCTION V*(s)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F2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V*(s) = expected cumulative reward when starting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from state s and following OPTIMAL policy π*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BELLMAN OPTIMALITY EQUATION for V*: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V*(s) = max_a Σ_{s'} P(s'|s,a) [R(s,a,s') + γ V*(s')]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Interpretation: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"The value of state s = the best action's expected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immediate reward PLUS discounted future value"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SEMI-DERIVATION: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V^π(s) = Σ_a π(a|s) Σ_s' P(s'|s,a)[R + γ V^π(s')]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V*(s) = max over π of V^π(s)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Plugging in greedy policy: equation above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ACTION-VALUE FUNCTION Q*(s,a):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Q*(s,a) = Σ_s' P(s'|s,a) [R(s,a,s') + γ max_{a'} Q*(s',a')]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RELATION: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V*(s) = max_a Q*(s,a)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π*(s) = argmax_a Q*(s,a)  [greedy policy from Q*]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IF WE KNOW Q*: Optimal policy is trivially: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any state s, take action argmax_a Q*(s,a)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Goal of Q-Learning: LEARN Q*!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93192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WARGAME WORKED EXAMPLE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State s: Blue unit adjacent to enemy, ammo=HIGH,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morale=HIGH, terrain=COVER, objective nearby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Actions and Q-values (from trained model):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Attack)   = 18.7  ← highest!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Move N)   = 12.4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Defend)   =  9.2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Move E)   =  8.1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Resupply) =  6.1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Move S)   =  4.8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Move W)   =  3.2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Optimal action: π*(s) = argmax = ATTACK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Q-value meaning: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Q*(s, Attack) = 18.7 means: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"Expected cumulative discounted reward from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state s, if I attack now and then play optimally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from every subsequent state"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Q*(s, Defend) = 9.2 means: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"Defending yields less total reward than attacking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in this specific state" (high ammo, in cover)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407408"/>
            <a:ext cx="3376696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Q-Learning — Model-Free Off-Policy TD Control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Q-Learning Algorithm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/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Q-LEARNING UPDATE RULE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2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Q-Learning (Watkins, 1989) — MODEL-FREE: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 need to know P(s'|s,a) or R(s,a,s') in advance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Learns Q* directly from interaction with environment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TD UPDATE RULE: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Q(s,a) ← Q(s,a) + α [r + γ max_{a'} Q(s',a') − Q(s,a)]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COMPONENTS: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α ∈ (0,1]: learning rate (step size)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r:         reward just received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s':        next state reached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max_{a'} Q(s',a'): best Q-value in next state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 + γ max Q(s',a'): TD TARGET (what we want Q to be)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Q(s,a):    current estimate (what it currently is)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δ = TD TARGET − Q(s,a): TEMPORAL DIFFERENCE ERROR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INTUITION: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"Shift current Q estimate toward the TD target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by a fraction α of the TD error"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OFF-POLICY KEY PROPERTY: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Uses max_a' (greedy action in next state) regardless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of what action was actually taken (behaviour policy).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Q-Learning can learn the OPTIMAL policy while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following ANY exploration policy!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93776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Q(s,a) ← Q(s,a) + α · [r + γ max_{a'} Q(s',a') − Q(s,a)]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δ = r + γ max_{a'} Q(s',a') − Q(s,a)  [TD error]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NUMERICAL WALK-THROUGH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State s₁: Blue unit ready, objective 2 hexes away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Takes action a = MOVE 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Receives reward r = 0 (no objective yet)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Reaches state s₂: unit now adjacent to objective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Current Q-values (before update):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Q(s₁, MOVE N) = 5.0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Q(s₂, ATTACK)  = 14.2 (best action in s₂)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Q(s₂, MOVE N)  = 8.1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Parameters: α=0.1, γ=0.9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TD Target = r + γ max_{a'} Q(s₂,a')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 = 0 + 0.9 × 14.2 = 12.78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TD Error δ = 12.78 − 5.0 = 7.78  (positive!)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Current Q underestimates value of MOVE 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(because it leads to a high-value state s₂)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Updated Q(s₁, MOVE N):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= 5.0 + 0.1 × 7.78 = 5.0 + 0.778 = 5.778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After 1,000 episodes: Q(s₁, MOVE N) ≈ 11.8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(converges toward true Q* = 12.78)</a:t>
            </a:r>
            <a:endParaRPr lang="en-US" sz="85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704088"/>
            <a:ext cx="6912864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ε-Greedy Exploration &amp; Q-Learning Convergence Theory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ε-Greedy Exploration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Exploration-Exploitation Dilemma &amp; Convergence Guarantees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ε-GREEDY EXPLORATION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DILEMMA: Exploit known best action vs Explore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possibly better unknown actions?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ε-GREEDY POLICY: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probability ε:  EXPLORE (random action)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probability 1-ε: EXPLOIT (greedy: argmax Q)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Probability of choosing action a in state 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P(a=a*) = (1-ε) + ε/|A|  [greedy action a*]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P(a≠a*) = ε/|A|           [random action]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εSCHEDULING (annealing):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Start: ε=1.0 (full exploration — know nothing)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Decay: ε_t = ε_min + (ε_max − ε_min) × exp(−t/τ)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End: ε=0.05 (mostly exploit, 5% explore)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Typical wargame: τ=5,000 episodes to anneal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STUDY ε-SCHEDULE: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  0: ε=1.00 (random battles)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1K: ε=0.82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5K: ε=0.45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10K: ε=0.18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50K: ε=0.05 (exploit + 5% explore)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CONVERGENCE THEOREM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THEOREM (Watkins &amp; Dayan, 1992):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Q-Learning converges to Q* with probability 1 if: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 Every (s,a) pair is visited infinitely often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(ensured by ε&gt;0 exploration throughout)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 Learning rates satisfy Robbins-Monro conditions: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Σ_t α_t = ∞  (enough total learning)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Σ_t α_t² &lt; ∞  (learning rates shrink)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(e.g., α_t = 1/t  or constant α with small enough value)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 Reward process is stationary (environment doesn't change)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 State-action space is finite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 PRACTICE: Use constant small α (e.g., 0.001)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Theoretically doesn't converge but works well!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Allows adaptation to non-stationary environments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CONVERGENCE IN WARGAME: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Episodes 0–20K:   High exploration, policy random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Episodes 20K–60K: Policy improving rapidly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Episodes 60K–90K: Policy near-optimal, fine-tuning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Episodes 90K–100K: Stable — convergence achieved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630168"/>
            <a:ext cx="6986016" cy="51206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6850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TABULAR Q-LEARNING LIMITATION: Q-table size = |S| × |A|. For wargame: 10^28 × 7 states — IMPOSSIBLE to store or enumerate! Solution: FUNCTION APPROXIMATION — replace Q-table with a neural network Q(s,a;θ) → Deep Q-Network (DQN).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4206240"/>
            <a:ext cx="6986016" cy="365760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30552" y="4251960"/>
            <a:ext cx="680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Win rate vs episodes — 10K:38%, 50K:76%, 100K:91% (vs random) — DQN vs 20×20 grid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Deep Q-Network (DQN) — Neural Networks as Q-Function Approximators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Deep Q-Network (DQN)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DQN: Replace Q-Table with Neural Network — Scale to Large State Spaces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DQN ARCHITECTURE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2F0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REPLACE: Q-table Q[s][a] (infeasible for large 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WITH:    Neural network Q(s, a; θ) (parametric)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INPUT:  State vector s (featurised battle state)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Wargame encoding: 400-dim (20×20 grid)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+ unit attributes (ammo, HP, morale, …)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Total: d=410 input features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ARCHITECTURE (Mnih et al., 2015 style):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FC1: 410 → 512 units, ReLU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FC2: 512 → 512 units, ReLU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FC3: 512 → 7 units (one per action), linear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Output: Q(s, a₁; θ),...,Q(s, a₇; θ)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SINGLE FORWARD PASS → all 7 Q-values!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Total parameters: 410×512+512×512+512×7 = 479,744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DQN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L(θ) = E[(y_target − Q(s,a;θ))²]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y_target = r + γ max_{a'} Q(s',a'; θ⁻)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θ⁻: TARGET NETWORK weights (frozen copy)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θ: ONLINE NETWORK weights (trained via SGD)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OPTIMISER: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Adam, lr=0.0001, batch_size=32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Gradient clipping: ||g|| ≤ 10 (prevents explosion)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93776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TWO KEY INNOVATIONS OVER Q-LEARNING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INNOVATION 1: EXPERIENCE REPLAY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Instead of training on each experience immediately: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Store (s, a, r, s', done) in replay buffer 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Buffer size: 100,000 transitions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Sample mini-batches of 32 randomly for training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WHY IT HELPS: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① Breaks temporal correlations between consecutive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samples — correlated updates cause divergence!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② Each experience used ~1,000 times (efficiency)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③ Stabilises training dramatically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INNOVATION 2: TARGET NETWORK θ⁻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 a SECOND (frozen) copy of the network to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compute TD targets y_target.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 θ⁻ ← θ every C=1,000 steps.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WHY IT HELPS: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Without target net: target y_target shifts every step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as θ changes → chasing a moving target → instability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Frozen θ⁻: target stable for C steps → stable training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WITHOUT BOTH: DQN often DIVERGES (Q→∞ or oscillates)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WITH BOTH:    DQN converges reliably in most environments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37669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Double DQN &amp; Dueling DQN — Improving Estimation Quality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Double &amp; Dueling DQN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Two Algorithmic Improvements That Significantly Boost DQN Performance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DOUBLE DQN (Van Hasselt 2016)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 WITH STANDARD DQN: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 = r + γ max_{a'} Q(s',a'; θ⁻)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max operator causes OVERESTIMATION BIAS: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Noise in Q estimates → max picks the noisiest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action → systematically overestimates Q-values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 becomes overconfident; poor performance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DOUBLE DQN FIX: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Separate ACTION SELECTION from ACTION EVALUATION: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Select best action using ONLINE network θ: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a* = argmax_{a'} Q(s', a'; θ)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Evaluate that action using TARGET network θ⁻: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y = r + γ Q(s', a*; θ⁻)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One network picks; the other scores → decorrelated!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WARGAME IMPACT: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Standard DQN: Q-values overestimated by avg 18.4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units after 50K episodes → policy misled on rare states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Double DQN: Overestimation reduced to avg 4.2 units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Test performance: 81% → 87% win vs novice human (+6%!)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438144" cy="402336"/>
          </a:xfrm>
          <a:prstGeom prst="rect">
            <a:avLst/>
          </a:prstGeom>
          <a:solidFill>
            <a:srgbClr val="F0F0FF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DUELING DQN (Wang 2016)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INSIGHT: Some states are valuable regardless of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action; the ACTION CHOICE only matters sometimes.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DECOMPOSE Q into two streams: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Q(s, a; θ) = V(s; θᵥ) + A(s, a; θ_A) − mean_a' A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V(s; θᵥ): STATE VALUE (action-independent)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"How good is this state regardless of action?"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A(s, a; θ_A): ADVANTAGE FUNCTION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"How much better is action a vs the average?"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 = Q(s,a) − V(s)  [relative to state value]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Centering: subtract mean A to ensure identifiability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 = V + A − (1/|A|) Σ_a' A(s,a';θ_A)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ARCHITECTURE: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Shared: FC1(410→512), FC2(512→256)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Fork: V-stream(256→1), A-stream(256→7)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Merge: Q = V + A − mean(A)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WARGAME IMPACT: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States with only one good action: V and A both sharp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States between positions (no enemy near): V≈constant,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A≈uniform → agent correctly sees "any move is fine"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Performance: 87% (DoubleDQN) → 91% (Dueling+Double)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18211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Reward Shaping &amp; Curriculum Learning — Solving Sparse Rewards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11. Reward Shaping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When +100 Win / -100 Lose Is Too Sparse to Learn From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SPARSE REWARD PROBLEM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NAIVE WARGAME REWARD: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+100 at game end if WIN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−100 at game end if LOSE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0   for every intermediate action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PROBLEM: Game takes 40 turns on average.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Agent receives no feedback for 40 actions.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Early in training, agent almost always loses.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Signal: all −100s, no gradient to guide learning.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Result: Random policy for first 20,000+ episodes!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REWARD SHAPING (Ng, Russel 1999):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Add intermediate rewards to guide learning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WITHOUT changing optimal policy: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R_shaped(s,a,s') = R(s,a,s') + F(s,s')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F(s,s') = γΦ(s') − Φ(s)  [potential-based shaping]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Φ(s): potential function — estimates "how good is s?"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WARGAME SHAPING REWARDS: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+10:  Capture objective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+5:   Destroy enemy unit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−8:   Lose friendly unit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+2:   Move toward objective (distance reward)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+1:   Occupy high-ground terrain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−1:   Expose unit without cover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+0.5: Maintain formation cohesion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Result: Useful signal from episode 1!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Random policy → first improvements at episode 500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(vs 20,000+ without shaping)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CURRICULUM 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Start SIMPLE, progressively add COMPLEXITY.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Like teaching a cadet: parade drills before battles!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WARGAME CURRICULUM: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Phase 1 (episodes 0–5K):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5×5 grid, 1 Blue unit vs 1 OPFOR, fixed positions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Simple Q-table works! Gets 72% win rate.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Establishes basic attack/defend intuition.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Phase 2 (episodes 5K–20K):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10×10 grid, 3 Blue vs 3 OPFOR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Simple terrain (two terrain types)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Transfer Phase 1 weights → DQN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Win rate: 68% initially → 84% by end of phase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Phase 3 (episodes 20K–60K):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20×20 grid, 8 Blue vs 8 OPFOR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Full terrain (5 types), weather variation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Transfer Phase 2 weights → Full DQN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Win rate: 54% initially → 79% by end of phase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Phase 4 (episodes 60K–100K):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Full complexity + adaptive OPFOR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Win rate: 79% → 91% vs random OPFOR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63% → 81% vs novice human OPFOR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288536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343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KEY RESULT: Without curriculum learning, DQN trained directly on full-complexity scenario achieved only 51% win rate after 100K episodes (vs 91% with curriculum). Curriculum learning provides 40% performance improvement!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Wargame Case Study — Full Training Results &amp; Performance Analysis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Wargame Case Study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DQN Agent: 100K Training Episodes on 20×20 JANUS Hex Grid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29844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Algorithm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337560" y="1014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Opponent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251960" y="1014984"/>
            <a:ext cx="53035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Win Rate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782312" y="1014984"/>
            <a:ext cx="71323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Avg Game Len (turns)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495544" y="1014984"/>
            <a:ext cx="6217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Eps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117336" y="1014984"/>
            <a:ext cx="294436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Notes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39112" y="1234440"/>
            <a:ext cx="6986016" cy="347472"/>
          </a:xfrm>
          <a:prstGeom prst="rect">
            <a:avLst/>
          </a:prstGeom>
          <a:solidFill>
            <a:srgbClr val="F8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039112" y="12344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Tabular Q (10×10 only)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333756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251960" y="1234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91%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782312" y="1234440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22.4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495544" y="1234440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50K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117336" y="1234440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Q-table infeasible at 20×20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039112" y="1581912"/>
            <a:ext cx="6986016" cy="347472"/>
          </a:xfrm>
          <a:prstGeom prst="rect">
            <a:avLst/>
          </a:prstGeom>
          <a:solidFill>
            <a:srgbClr val="F8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039112" y="15819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DQN (vanilla)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3337560" y="1581912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4251960" y="1581912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74%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782312" y="1581912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31.8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495544" y="1581912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117336" y="1581912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 exp. replay or target net → unstable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039112" y="1929384"/>
            <a:ext cx="6986016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039112" y="1929384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DQN + Replay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3337560" y="1929384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4251960" y="1929384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83%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4782312" y="1929384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28.2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495544" y="1929384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6117336" y="1929384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Replay alone: significant stabilisation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039112" y="2276856"/>
            <a:ext cx="6986016" cy="347472"/>
          </a:xfrm>
          <a:prstGeom prst="rect">
            <a:avLst/>
          </a:prstGeom>
          <a:solidFill>
            <a:srgbClr val="E8EE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2039112" y="2276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DQN + Replay + Target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3337560" y="2276856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4251960" y="2276856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88%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782312" y="2276856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26.7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495544" y="2276856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117336" y="2276856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Full DQN: stable convergence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039112" y="2624328"/>
            <a:ext cx="6986016" cy="347472"/>
          </a:xfrm>
          <a:prstGeom prst="rect">
            <a:avLst/>
          </a:prstGeom>
          <a:solidFill>
            <a:srgbClr val="E0F4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7" name="Text 65"/>
          <p:cNvSpPr txBox="1"/>
          <p:nvPr/>
        </p:nvSpPr>
        <p:spPr>
          <a:xfrm>
            <a:off x="2039112" y="2624328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Double DQN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3337560" y="2624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4251960" y="2624328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91%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4782312" y="2624328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25.1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5495544" y="2624328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6117336" y="2624328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Overestimation bias corrected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039112" y="2971800"/>
            <a:ext cx="6986016" cy="347472"/>
          </a:xfrm>
          <a:prstGeom prst="rect">
            <a:avLst/>
          </a:prstGeom>
          <a:solidFill>
            <a:srgbClr val="D8F0D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039112" y="29718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Dueling + Double DQN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333756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Random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4251960" y="2971800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93%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4782312" y="2971800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23.8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5495544" y="2971800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6117336" y="2971800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Best vs random opponent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39112" y="3319272"/>
            <a:ext cx="6986016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1" name="Text 79"/>
          <p:cNvSpPr txBox="1"/>
          <p:nvPr/>
        </p:nvSpPr>
        <p:spPr>
          <a:xfrm>
            <a:off x="2039112" y="3319272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Dueling + Double DQN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3337560" y="3319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Novice Human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4251960" y="3319272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81%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4782312" y="3319272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29.4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5495544" y="3319272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6117336" y="3319272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Human adapts; AI partially misses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39112" y="3666744"/>
            <a:ext cx="6986016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8" name="Text 86"/>
          <p:cNvSpPr txBox="1"/>
          <p:nvPr/>
        </p:nvSpPr>
        <p:spPr>
          <a:xfrm>
            <a:off x="2039112" y="3666744"/>
            <a:ext cx="129844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Dueling + Double DQN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3337560" y="3666744"/>
            <a:ext cx="914400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Minimax AI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4251960" y="3666744"/>
            <a:ext cx="53035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54%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4782312" y="3666744"/>
            <a:ext cx="71323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38.2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5495544" y="3666744"/>
            <a:ext cx="621792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100K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6117336" y="3666744"/>
            <a:ext cx="2944368" cy="34747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Classical AI very competitive!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39112" y="4069080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Text 93"/>
          <p:cNvSpPr txBox="1"/>
          <p:nvPr/>
        </p:nvSpPr>
        <p:spPr>
          <a:xfrm>
            <a:off x="2103120" y="41239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SIM-TO-REAL GAP WARNING: 91% vs random OPFOR in simulation ≠ 91% in field exercise. Human OPFOR adapts, introduces friction, and exploits AI's pattern repetition. Minimax (54% for AI) shows classical adversarial search remains highly competitive — DQN is not a solved problem for wargame AI.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2039112" y="4608576"/>
            <a:ext cx="6986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C3E80"/>
                </a:solidFill>
              </a:rPr>
              <a:t>🎖 OPERATIONAL INSIGHT: DQN is best used as ADVISOR (propose top-3 actions + Q-values) rather than autonomous commander. Human + AI outperforms either alone.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6 Summary — Q-Learning &amp; Deep Q-Networks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RL vs Other Paradigms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MDP Formalism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Bellman Equations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Q-Learning Algorithm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Q-Learning Convergence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ε-Greedy Exploration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Deep Q-Network (DQN)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Experience Replay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Target Networks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Double &amp; Dueling DQN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Reward Shaping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Curriculum Learning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Wargame Case Study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DQN vs Classical Search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From MDP Formalism to Wargame Tactical Agents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MDP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Formalism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(S,A,P,R,γ) — five components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Markov property: future|present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Wargame: ~10²⁸ states → DQN needed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Foundation — define problem first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Bellman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Equations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Q-Learning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Update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Q(s,a)←Q(s,a)+α[r+γ maxQ(s')-Q(s,a)]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Model-free, off-policy, convergent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Sparse reward → slow convergence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Core update rule; tabular version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DQN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Innovations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Experience Replay: breaks correlations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Target Network: stable TD targets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Without both: often diverges!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Essential for stability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Double &amp;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Dueling DQN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Double: reduces overestimation bias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Dueling: V(s)+A(s,a) decomposition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91% random → 81% vs novice human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Best wargame performance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Reward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&amp; Curriculum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Sparse +100/-100 → too slow to learn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Shaped rewards: signal every step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Curriculum: 91% vs 51% baseline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Critical for practical deployment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7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RL Part 2 — Policy Gradient: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REINFORCE algorithm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Actor-Critic methods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PPO (Proximal Policy Opt.)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Continuous action spaces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Case Study: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Multi-drone coordination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Continuous waypoint control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6-DoF flight dynamics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6 released.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Lecture 8 will cover: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Multi-Agent RL (MARL)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Autonomous Combat Platforms</a:t>
            </a:r>
            <a:endParaRPr lang="en-US" sz="880" dirty="0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1362456"/>
            <a:ext cx="2253996" cy="786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6: Reinforcement Learning Part 1</dc:title>
  <dc:subject>PptxGenJS Presentation</dc:subject>
  <dc:creator>AK DHAMIJA</dc:creator>
  <cp:lastModifiedBy>AK DHAMIJA</cp:lastModifiedBy>
  <cp:revision>1</cp:revision>
  <dcterms:created xsi:type="dcterms:W3CDTF">2026-09-23T12:29:43Z</dcterms:created>
  <dcterms:modified xsi:type="dcterms:W3CDTF">2026-09-23T12:29:43Z</dcterms:modified>
</cp:coreProperties>
</file>